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0"/>
  </p:notesMasterIdLst>
  <p:sldIdLst>
    <p:sldId id="274" r:id="rId5"/>
    <p:sldId id="308" r:id="rId6"/>
    <p:sldId id="309" r:id="rId7"/>
    <p:sldId id="310" r:id="rId8"/>
    <p:sldId id="30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dgm:fillClrLst>
    <dgm:linClrLst meth="repeat">
      <a:schemeClr val="lt1">
        <a:alpha val="0"/>
      </a:schemeClr>
    </dgm:linClrLst>
    <dgm:effectClrLst/>
    <dgm:txLinClrLst/>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A66772-F185-4D58-B8BB-E9370D7A7A2B}" type="doc">
      <dgm:prSet loTypeId="urn:microsoft.com/office/officeart/2018/5/layout/IconCircleLabelList" loCatId="icon" qsTypeId="urn:microsoft.com/office/officeart/2005/8/quickstyle/simple1" qsCatId="simple" csTypeId="urn:microsoft.com/office/officeart/2018/5/colors/Iconchunking_neutralicon_accent2_2" csCatId="accent2" phldr="1"/>
      <dgm:spPr/>
      <dgm:t>
        <a:bodyPr/>
        <a:lstStyle/>
        <a:p>
          <a:endParaRPr lang="en-US"/>
        </a:p>
      </dgm:t>
    </dgm:pt>
    <dgm:pt modelId="{40FC4FFE-8987-4A26-B7F4-8A516F18ADAE}">
      <dgm:prSet/>
      <dgm:spPr/>
      <dgm:t>
        <a:bodyPr/>
        <a:lstStyle/>
        <a:p>
          <a:pPr>
            <a:lnSpc>
              <a:spcPct val="100000"/>
            </a:lnSpc>
            <a:defRPr cap="all"/>
          </a:pPr>
          <a:r>
            <a:rPr lang="en-US" dirty="0"/>
            <a:t>Lorem ipsum dolor sit amet, consectetuer adipiscing elit. </a:t>
          </a:r>
        </a:p>
      </dgm:t>
    </dgm:pt>
    <dgm:pt modelId="{CAD7EF86-FB23-41F6-BF42-040B36DEFDB1}" type="parTrans" cxnId="{C7AD8469-3C68-4AF9-AB82-79B0043AA120}">
      <dgm:prSet/>
      <dgm:spPr/>
      <dgm:t>
        <a:bodyPr/>
        <a:lstStyle/>
        <a:p>
          <a:endParaRPr lang="en-US"/>
        </a:p>
      </dgm:t>
    </dgm:pt>
    <dgm:pt modelId="{5B62599A-5C9B-48E7-896E-EA782AC60C8B}" type="sibTrans" cxnId="{C7AD8469-3C68-4AF9-AB82-79B0043AA120}">
      <dgm:prSet/>
      <dgm:spPr/>
      <dgm:t>
        <a:bodyPr/>
        <a:lstStyle/>
        <a:p>
          <a:endParaRPr lang="en-US"/>
        </a:p>
      </dgm:t>
    </dgm:pt>
    <dgm:pt modelId="{49225C73-1633-42F1-AB3B-7CB183E5F8B8}">
      <dgm:prSet/>
      <dgm:spPr/>
      <dgm:t>
        <a:bodyPr/>
        <a:lstStyle/>
        <a:p>
          <a:pPr>
            <a:lnSpc>
              <a:spcPct val="100000"/>
            </a:lnSpc>
            <a:defRPr cap="all"/>
          </a:pPr>
          <a:r>
            <a:rPr lang="en-US" dirty="0"/>
            <a:t>Nunc viverra imperdiet enim. Fusce est. Vivamus a tellus.</a:t>
          </a:r>
        </a:p>
      </dgm:t>
    </dgm:pt>
    <dgm:pt modelId="{1A0E2090-1D4F-438A-8766-B6030CE01ADD}" type="parTrans" cxnId="{A9154303-8225-4248-91DC-1B0156A35F07}">
      <dgm:prSet/>
      <dgm:spPr/>
      <dgm:t>
        <a:bodyPr/>
        <a:lstStyle/>
        <a:p>
          <a:endParaRPr lang="en-US"/>
        </a:p>
      </dgm:t>
    </dgm:pt>
    <dgm:pt modelId="{9646853A-8964-4519-A5B1-0B7D18B2983D}" type="sibTrans" cxnId="{A9154303-8225-4248-91DC-1B0156A35F07}">
      <dgm:prSet/>
      <dgm:spPr/>
      <dgm:t>
        <a:bodyPr/>
        <a:lstStyle/>
        <a:p>
          <a:endParaRPr lang="en-US"/>
        </a:p>
      </dgm:t>
    </dgm:pt>
    <dgm:pt modelId="{1C383F32-22E8-4F62-A3E0-BDC3D5F48992}">
      <dgm:prSet/>
      <dgm:spPr/>
      <dgm:t>
        <a:bodyPr/>
        <a:lstStyle/>
        <a:p>
          <a:pPr>
            <a:lnSpc>
              <a:spcPct val="100000"/>
            </a:lnSpc>
            <a:defRPr cap="all"/>
          </a:pPr>
          <a:r>
            <a:rPr lang="en-US" dirty="0"/>
            <a:t>Pellentesque habitant morbi tristique senectus et netus.</a:t>
          </a:r>
        </a:p>
      </dgm:t>
    </dgm:pt>
    <dgm:pt modelId="{A7920A2F-3244-4159-AF04-6A1D38B7B317}" type="parTrans" cxnId="{C4CCE57E-E871-46D6-BAD5-880252C95D22}">
      <dgm:prSet/>
      <dgm:spPr/>
      <dgm:t>
        <a:bodyPr/>
        <a:lstStyle/>
        <a:p>
          <a:endParaRPr lang="en-US"/>
        </a:p>
      </dgm:t>
    </dgm:pt>
    <dgm:pt modelId="{8500F72A-2C6D-4FDF-9C1D-CA691380EB0B}" type="sibTrans" cxnId="{C4CCE57E-E871-46D6-BAD5-880252C95D22}">
      <dgm:prSet/>
      <dgm:spPr/>
      <dgm:t>
        <a:bodyPr/>
        <a:lstStyle/>
        <a:p>
          <a:endParaRPr lang="en-US"/>
        </a:p>
      </dgm:t>
    </dgm:pt>
    <dgm:pt modelId="{50B3CE7C-E10B-4E23-BD93-03664997C932}" type="pres">
      <dgm:prSet presAssocID="{01A66772-F185-4D58-B8BB-E9370D7A7A2B}" presName="root" presStyleCnt="0">
        <dgm:presLayoutVars>
          <dgm:dir/>
          <dgm:resizeHandles val="exact"/>
        </dgm:presLayoutVars>
      </dgm:prSet>
      <dgm:spPr/>
    </dgm:pt>
    <dgm:pt modelId="{DE9CE479-E4AE-4283-AEF1-10C1535B4324}" type="pres">
      <dgm:prSet presAssocID="{40FC4FFE-8987-4A26-B7F4-8A516F18ADAE}" presName="compNode" presStyleCnt="0"/>
      <dgm:spPr/>
    </dgm:pt>
    <dgm:pt modelId="{B59FCF02-CAD2-4D6F-9542-AD86711168CA}" type="pres">
      <dgm:prSet presAssocID="{40FC4FFE-8987-4A26-B7F4-8A516F18ADAE}" presName="iconBgRect" presStyleLbl="bgShp" presStyleIdx="0" presStyleCnt="3"/>
      <dgm:spPr>
        <a:solidFill>
          <a:schemeClr val="accent1"/>
        </a:solidFill>
      </dgm:spPr>
    </dgm:pt>
    <dgm:pt modelId="{7C175B98-93F4-4D7C-BB95-1514AB879CD5}" type="pres">
      <dgm:prSet presAssocID="{40FC4FFE-8987-4A26-B7F4-8A516F18ADAE}"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Dog"/>
        </a:ext>
      </dgm:extLst>
    </dgm:pt>
    <dgm:pt modelId="{677A3090-5F01-43FD-9FA6-C0420AD80FD6}" type="pres">
      <dgm:prSet presAssocID="{40FC4FFE-8987-4A26-B7F4-8A516F18ADAE}" presName="spaceRect" presStyleCnt="0"/>
      <dgm:spPr/>
    </dgm:pt>
    <dgm:pt modelId="{127117FB-F8A7-4A20-A8A7-EC686DDC76D0}" type="pres">
      <dgm:prSet presAssocID="{40FC4FFE-8987-4A26-B7F4-8A516F18ADAE}" presName="textRect" presStyleLbl="revTx" presStyleIdx="0" presStyleCnt="3">
        <dgm:presLayoutVars>
          <dgm:chMax val="1"/>
          <dgm:chPref val="1"/>
        </dgm:presLayoutVars>
      </dgm:prSet>
      <dgm:spPr/>
    </dgm:pt>
    <dgm:pt modelId="{FD1EED9C-83D3-41AD-A09B-D3B36354168F}" type="pres">
      <dgm:prSet presAssocID="{5B62599A-5C9B-48E7-896E-EA782AC60C8B}" presName="sibTrans" presStyleCnt="0"/>
      <dgm:spPr/>
    </dgm:pt>
    <dgm:pt modelId="{C998AB0A-577D-44AA-A068-F634DDE7BD47}" type="pres">
      <dgm:prSet presAssocID="{49225C73-1633-42F1-AB3B-7CB183E5F8B8}" presName="compNode" presStyleCnt="0"/>
      <dgm:spPr/>
    </dgm:pt>
    <dgm:pt modelId="{BCD8CDD9-0C56-4401-ADB1-8B48DAB2C96F}" type="pres">
      <dgm:prSet presAssocID="{49225C73-1633-42F1-AB3B-7CB183E5F8B8}" presName="iconBgRect" presStyleLbl="bgShp" presStyleIdx="1" presStyleCnt="3"/>
      <dgm:spPr>
        <a:solidFill>
          <a:schemeClr val="accent1"/>
        </a:solidFill>
      </dgm:spPr>
    </dgm:pt>
    <dgm:pt modelId="{DB4CA7C4-FCA1-4127-B20A-2A5C031A3CF4}" type="pres">
      <dgm:prSet presAssocID="{49225C73-1633-42F1-AB3B-7CB183E5F8B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Paw prints"/>
        </a:ext>
      </dgm:extLst>
    </dgm:pt>
    <dgm:pt modelId="{9B0C8FBF-0BDD-48A5-967E-F3FE71659F6A}" type="pres">
      <dgm:prSet presAssocID="{49225C73-1633-42F1-AB3B-7CB183E5F8B8}" presName="spaceRect" presStyleCnt="0"/>
      <dgm:spPr/>
    </dgm:pt>
    <dgm:pt modelId="{7E6FE37A-5DB0-4899-9FCB-0CE39BC185F8}" type="pres">
      <dgm:prSet presAssocID="{49225C73-1633-42F1-AB3B-7CB183E5F8B8}" presName="textRect" presStyleLbl="revTx" presStyleIdx="1" presStyleCnt="3">
        <dgm:presLayoutVars>
          <dgm:chMax val="1"/>
          <dgm:chPref val="1"/>
        </dgm:presLayoutVars>
      </dgm:prSet>
      <dgm:spPr/>
    </dgm:pt>
    <dgm:pt modelId="{5A266296-0042-402F-92EF-D59AB148E92E}" type="pres">
      <dgm:prSet presAssocID="{9646853A-8964-4519-A5B1-0B7D18B2983D}" presName="sibTrans" presStyleCnt="0"/>
      <dgm:spPr/>
    </dgm:pt>
    <dgm:pt modelId="{ECFA770B-DE2C-4683-A038-58D0FE44BC27}" type="pres">
      <dgm:prSet presAssocID="{1C383F32-22E8-4F62-A3E0-BDC3D5F48992}" presName="compNode" presStyleCnt="0"/>
      <dgm:spPr/>
    </dgm:pt>
    <dgm:pt modelId="{FF93E135-77D6-48A0-8871-9BC93D705D06}" type="pres">
      <dgm:prSet presAssocID="{1C383F32-22E8-4F62-A3E0-BDC3D5F48992}" presName="iconBgRect" presStyleLbl="bgShp" presStyleIdx="2" presStyleCnt="3"/>
      <dgm:spPr>
        <a:solidFill>
          <a:schemeClr val="accent1"/>
        </a:solidFill>
      </dgm:spPr>
    </dgm:pt>
    <dgm:pt modelId="{39509775-983E-4110-B989-EE2CD6514BE0}" type="pres">
      <dgm:prSet presAssocID="{1C383F32-22E8-4F62-A3E0-BDC3D5F48992}"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Veterinarian"/>
        </a:ext>
      </dgm:extLst>
    </dgm:pt>
    <dgm:pt modelId="{493B43B2-705C-4AE5-8A77-D8DEEDA1B5CF}" type="pres">
      <dgm:prSet presAssocID="{1C383F32-22E8-4F62-A3E0-BDC3D5F48992}" presName="spaceRect" presStyleCnt="0"/>
      <dgm:spPr/>
    </dgm:pt>
    <dgm:pt modelId="{1AEDC777-00B3-41D7-9AE1-23D741E941C3}" type="pres">
      <dgm:prSet presAssocID="{1C383F32-22E8-4F62-A3E0-BDC3D5F48992}" presName="textRect" presStyleLbl="revTx" presStyleIdx="2" presStyleCnt="3">
        <dgm:presLayoutVars>
          <dgm:chMax val="1"/>
          <dgm:chPref val="1"/>
        </dgm:presLayoutVars>
      </dgm:prSet>
      <dgm:spPr/>
    </dgm:pt>
  </dgm:ptLst>
  <dgm:cxnLst>
    <dgm:cxn modelId="{A9154303-8225-4248-91DC-1B0156A35F07}" srcId="{01A66772-F185-4D58-B8BB-E9370D7A7A2B}" destId="{49225C73-1633-42F1-AB3B-7CB183E5F8B8}" srcOrd="1" destOrd="0" parTransId="{1A0E2090-1D4F-438A-8766-B6030CE01ADD}" sibTransId="{9646853A-8964-4519-A5B1-0B7D18B2983D}"/>
    <dgm:cxn modelId="{7A710F69-5154-4855-ACF5-BC7C1BF85A80}" type="presOf" srcId="{49225C73-1633-42F1-AB3B-7CB183E5F8B8}" destId="{7E6FE37A-5DB0-4899-9FCB-0CE39BC185F8}" srcOrd="0" destOrd="0" presId="urn:microsoft.com/office/officeart/2018/5/layout/IconCircleLabelList"/>
    <dgm:cxn modelId="{C7AD8469-3C68-4AF9-AB82-79B0043AA120}" srcId="{01A66772-F185-4D58-B8BB-E9370D7A7A2B}" destId="{40FC4FFE-8987-4A26-B7F4-8A516F18ADAE}" srcOrd="0" destOrd="0" parTransId="{CAD7EF86-FB23-41F6-BF42-040B36DEFDB1}" sibTransId="{5B62599A-5C9B-48E7-896E-EA782AC60C8B}"/>
    <dgm:cxn modelId="{676D3A6A-6EA7-4483-BB12-0BD4A7D7AF9D}" type="presOf" srcId="{01A66772-F185-4D58-B8BB-E9370D7A7A2B}" destId="{50B3CE7C-E10B-4E23-BD93-03664997C932}" srcOrd="0" destOrd="0" presId="urn:microsoft.com/office/officeart/2018/5/layout/IconCircleLabelList"/>
    <dgm:cxn modelId="{1496FC70-DB8B-48D4-98DE-DD2856E389EE}" type="presOf" srcId="{1C383F32-22E8-4F62-A3E0-BDC3D5F48992}" destId="{1AEDC777-00B3-41D7-9AE1-23D741E941C3}" srcOrd="0" destOrd="0" presId="urn:microsoft.com/office/officeart/2018/5/layout/IconCircleLabelList"/>
    <dgm:cxn modelId="{C4CCE57E-E871-46D6-BAD5-880252C95D22}" srcId="{01A66772-F185-4D58-B8BB-E9370D7A7A2B}" destId="{1C383F32-22E8-4F62-A3E0-BDC3D5F48992}" srcOrd="2" destOrd="0" parTransId="{A7920A2F-3244-4159-AF04-6A1D38B7B317}" sibTransId="{8500F72A-2C6D-4FDF-9C1D-CA691380EB0B}"/>
    <dgm:cxn modelId="{355227E3-55E0-4343-BC8D-FC0EB1694F48}" type="presOf" srcId="{40FC4FFE-8987-4A26-B7F4-8A516F18ADAE}" destId="{127117FB-F8A7-4A20-A8A7-EC686DDC76D0}" srcOrd="0" destOrd="0" presId="urn:microsoft.com/office/officeart/2018/5/layout/IconCircleLabelList"/>
    <dgm:cxn modelId="{555498CB-3ED1-404E-A25F-EB243EFC5FB1}" type="presParOf" srcId="{50B3CE7C-E10B-4E23-BD93-03664997C932}" destId="{DE9CE479-E4AE-4283-AEF1-10C1535B4324}" srcOrd="0" destOrd="0" presId="urn:microsoft.com/office/officeart/2018/5/layout/IconCircleLabelList"/>
    <dgm:cxn modelId="{11F12D49-CD08-4D50-BD13-3ECBC3A476A4}" type="presParOf" srcId="{DE9CE479-E4AE-4283-AEF1-10C1535B4324}" destId="{B59FCF02-CAD2-4D6F-9542-AD86711168CA}" srcOrd="0" destOrd="0" presId="urn:microsoft.com/office/officeart/2018/5/layout/IconCircleLabelList"/>
    <dgm:cxn modelId="{F443A659-540B-487B-97F9-49219CF60D6B}" type="presParOf" srcId="{DE9CE479-E4AE-4283-AEF1-10C1535B4324}" destId="{7C175B98-93F4-4D7C-BB95-1514AB879CD5}" srcOrd="1" destOrd="0" presId="urn:microsoft.com/office/officeart/2018/5/layout/IconCircleLabelList"/>
    <dgm:cxn modelId="{A503D7AB-7D64-4163-93B5-1CEEDAE81823}" type="presParOf" srcId="{DE9CE479-E4AE-4283-AEF1-10C1535B4324}" destId="{677A3090-5F01-43FD-9FA6-C0420AD80FD6}" srcOrd="2" destOrd="0" presId="urn:microsoft.com/office/officeart/2018/5/layout/IconCircleLabelList"/>
    <dgm:cxn modelId="{780188ED-7DCE-45BB-B6AF-91BE48969612}" type="presParOf" srcId="{DE9CE479-E4AE-4283-AEF1-10C1535B4324}" destId="{127117FB-F8A7-4A20-A8A7-EC686DDC76D0}" srcOrd="3" destOrd="0" presId="urn:microsoft.com/office/officeart/2018/5/layout/IconCircleLabelList"/>
    <dgm:cxn modelId="{155719F8-A89B-4E96-BC49-C48BC717F480}" type="presParOf" srcId="{50B3CE7C-E10B-4E23-BD93-03664997C932}" destId="{FD1EED9C-83D3-41AD-A09B-D3B36354168F}" srcOrd="1" destOrd="0" presId="urn:microsoft.com/office/officeart/2018/5/layout/IconCircleLabelList"/>
    <dgm:cxn modelId="{2772E199-56B0-4310-A55E-67D00CA3E59E}" type="presParOf" srcId="{50B3CE7C-E10B-4E23-BD93-03664997C932}" destId="{C998AB0A-577D-44AA-A068-F634DDE7BD47}" srcOrd="2" destOrd="0" presId="urn:microsoft.com/office/officeart/2018/5/layout/IconCircleLabelList"/>
    <dgm:cxn modelId="{4E351D18-D97F-4B92-A608-2E9600B91C28}" type="presParOf" srcId="{C998AB0A-577D-44AA-A068-F634DDE7BD47}" destId="{BCD8CDD9-0C56-4401-ADB1-8B48DAB2C96F}" srcOrd="0" destOrd="0" presId="urn:microsoft.com/office/officeart/2018/5/layout/IconCircleLabelList"/>
    <dgm:cxn modelId="{B3DC724C-4569-4E9D-BD5A-49E4CD991FD0}" type="presParOf" srcId="{C998AB0A-577D-44AA-A068-F634DDE7BD47}" destId="{DB4CA7C4-FCA1-4127-B20A-2A5C031A3CF4}" srcOrd="1" destOrd="0" presId="urn:microsoft.com/office/officeart/2018/5/layout/IconCircleLabelList"/>
    <dgm:cxn modelId="{AD1AB552-CCE0-4911-BB9E-5D4A60B21F4F}" type="presParOf" srcId="{C998AB0A-577D-44AA-A068-F634DDE7BD47}" destId="{9B0C8FBF-0BDD-48A5-967E-F3FE71659F6A}" srcOrd="2" destOrd="0" presId="urn:microsoft.com/office/officeart/2018/5/layout/IconCircleLabelList"/>
    <dgm:cxn modelId="{8558F796-2D01-40FE-A21A-7530EEBC3BC3}" type="presParOf" srcId="{C998AB0A-577D-44AA-A068-F634DDE7BD47}" destId="{7E6FE37A-5DB0-4899-9FCB-0CE39BC185F8}" srcOrd="3" destOrd="0" presId="urn:microsoft.com/office/officeart/2018/5/layout/IconCircleLabelList"/>
    <dgm:cxn modelId="{1532E2BE-82E9-40A4-A6F7-40B60FC879AE}" type="presParOf" srcId="{50B3CE7C-E10B-4E23-BD93-03664997C932}" destId="{5A266296-0042-402F-92EF-D59AB148E92E}" srcOrd="3" destOrd="0" presId="urn:microsoft.com/office/officeart/2018/5/layout/IconCircleLabelList"/>
    <dgm:cxn modelId="{3A7F4DB9-1469-4F58-B633-24B7EEE084D1}" type="presParOf" srcId="{50B3CE7C-E10B-4E23-BD93-03664997C932}" destId="{ECFA770B-DE2C-4683-A038-58D0FE44BC27}" srcOrd="4" destOrd="0" presId="urn:microsoft.com/office/officeart/2018/5/layout/IconCircleLabelList"/>
    <dgm:cxn modelId="{91311827-CDAC-4BA8-B4A3-117AFD1CEE2D}" type="presParOf" srcId="{ECFA770B-DE2C-4683-A038-58D0FE44BC27}" destId="{FF93E135-77D6-48A0-8871-9BC93D705D06}" srcOrd="0" destOrd="0" presId="urn:microsoft.com/office/officeart/2018/5/layout/IconCircleLabelList"/>
    <dgm:cxn modelId="{83B7CA40-11B7-4507-8422-A40F02D469B2}" type="presParOf" srcId="{ECFA770B-DE2C-4683-A038-58D0FE44BC27}" destId="{39509775-983E-4110-B989-EE2CD6514BE0}" srcOrd="1" destOrd="0" presId="urn:microsoft.com/office/officeart/2018/5/layout/IconCircleLabelList"/>
    <dgm:cxn modelId="{A44BB251-01EB-4DEF-A28C-6D495183E4DC}" type="presParOf" srcId="{ECFA770B-DE2C-4683-A038-58D0FE44BC27}" destId="{493B43B2-705C-4AE5-8A77-D8DEEDA1B5CF}" srcOrd="2" destOrd="0" presId="urn:microsoft.com/office/officeart/2018/5/layout/IconCircleLabelList"/>
    <dgm:cxn modelId="{1EFA52DF-3C80-4DAA-BED6-AFE2F81796B2}" type="presParOf" srcId="{ECFA770B-DE2C-4683-A038-58D0FE44BC27}" destId="{1AEDC777-00B3-41D7-9AE1-23D741E941C3}"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9FCF02-CAD2-4D6F-9542-AD86711168CA}">
      <dsp:nvSpPr>
        <dsp:cNvPr id="0" name=""/>
        <dsp:cNvSpPr/>
      </dsp:nvSpPr>
      <dsp:spPr>
        <a:xfrm>
          <a:off x="686474" y="151893"/>
          <a:ext cx="1990125" cy="1990125"/>
        </a:xfrm>
        <a:prstGeom prst="ellipse">
          <a:avLst/>
        </a:prstGeom>
        <a:solidFill>
          <a:schemeClr val="accent1"/>
        </a:solidFill>
        <a:ln>
          <a:noFill/>
        </a:ln>
        <a:effectLst/>
      </dsp:spPr>
      <dsp:style>
        <a:lnRef idx="0">
          <a:scrgbClr r="0" g="0" b="0"/>
        </a:lnRef>
        <a:fillRef idx="1">
          <a:scrgbClr r="0" g="0" b="0"/>
        </a:fillRef>
        <a:effectRef idx="0">
          <a:scrgbClr r="0" g="0" b="0"/>
        </a:effectRef>
        <a:fontRef idx="minor"/>
      </dsp:style>
    </dsp:sp>
    <dsp:sp modelId="{7C175B98-93F4-4D7C-BB95-1514AB879CD5}">
      <dsp:nvSpPr>
        <dsp:cNvPr id="0" name=""/>
        <dsp:cNvSpPr/>
      </dsp:nvSpPr>
      <dsp:spPr>
        <a:xfrm>
          <a:off x="1110599" y="576018"/>
          <a:ext cx="1141875" cy="1141875"/>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27117FB-F8A7-4A20-A8A7-EC686DDC76D0}">
      <dsp:nvSpPr>
        <dsp:cNvPr id="0" name=""/>
        <dsp:cNvSpPr/>
      </dsp:nvSpPr>
      <dsp:spPr>
        <a:xfrm>
          <a:off x="50287" y="2761893"/>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kern="1200" dirty="0"/>
            <a:t>Lorem ipsum dolor sit amet, consectetuer adipiscing elit. </a:t>
          </a:r>
        </a:p>
      </dsp:txBody>
      <dsp:txXfrm>
        <a:off x="50287" y="2761893"/>
        <a:ext cx="3262500" cy="720000"/>
      </dsp:txXfrm>
    </dsp:sp>
    <dsp:sp modelId="{BCD8CDD9-0C56-4401-ADB1-8B48DAB2C96F}">
      <dsp:nvSpPr>
        <dsp:cNvPr id="0" name=""/>
        <dsp:cNvSpPr/>
      </dsp:nvSpPr>
      <dsp:spPr>
        <a:xfrm>
          <a:off x="4519912" y="151893"/>
          <a:ext cx="1990125" cy="1990125"/>
        </a:xfrm>
        <a:prstGeom prst="ellipse">
          <a:avLst/>
        </a:prstGeom>
        <a:solidFill>
          <a:schemeClr val="accent1"/>
        </a:solidFill>
        <a:ln>
          <a:noFill/>
        </a:ln>
        <a:effectLst/>
      </dsp:spPr>
      <dsp:style>
        <a:lnRef idx="0">
          <a:scrgbClr r="0" g="0" b="0"/>
        </a:lnRef>
        <a:fillRef idx="1">
          <a:scrgbClr r="0" g="0" b="0"/>
        </a:fillRef>
        <a:effectRef idx="0">
          <a:scrgbClr r="0" g="0" b="0"/>
        </a:effectRef>
        <a:fontRef idx="minor"/>
      </dsp:style>
    </dsp:sp>
    <dsp:sp modelId="{DB4CA7C4-FCA1-4127-B20A-2A5C031A3CF4}">
      <dsp:nvSpPr>
        <dsp:cNvPr id="0" name=""/>
        <dsp:cNvSpPr/>
      </dsp:nvSpPr>
      <dsp:spPr>
        <a:xfrm>
          <a:off x="4944037" y="576018"/>
          <a:ext cx="1141875" cy="11418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E6FE37A-5DB0-4899-9FCB-0CE39BC185F8}">
      <dsp:nvSpPr>
        <dsp:cNvPr id="0" name=""/>
        <dsp:cNvSpPr/>
      </dsp:nvSpPr>
      <dsp:spPr>
        <a:xfrm>
          <a:off x="3883725" y="2761893"/>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kern="1200" dirty="0"/>
            <a:t>Nunc viverra imperdiet enim. Fusce est. Vivamus a tellus.</a:t>
          </a:r>
        </a:p>
      </dsp:txBody>
      <dsp:txXfrm>
        <a:off x="3883725" y="2761893"/>
        <a:ext cx="3262500" cy="720000"/>
      </dsp:txXfrm>
    </dsp:sp>
    <dsp:sp modelId="{FF93E135-77D6-48A0-8871-9BC93D705D06}">
      <dsp:nvSpPr>
        <dsp:cNvPr id="0" name=""/>
        <dsp:cNvSpPr/>
      </dsp:nvSpPr>
      <dsp:spPr>
        <a:xfrm>
          <a:off x="8353350" y="151893"/>
          <a:ext cx="1990125" cy="1990125"/>
        </a:xfrm>
        <a:prstGeom prst="ellipse">
          <a:avLst/>
        </a:prstGeom>
        <a:solidFill>
          <a:schemeClr val="accent1"/>
        </a:solidFill>
        <a:ln>
          <a:noFill/>
        </a:ln>
        <a:effectLst/>
      </dsp:spPr>
      <dsp:style>
        <a:lnRef idx="0">
          <a:scrgbClr r="0" g="0" b="0"/>
        </a:lnRef>
        <a:fillRef idx="1">
          <a:scrgbClr r="0" g="0" b="0"/>
        </a:fillRef>
        <a:effectRef idx="0">
          <a:scrgbClr r="0" g="0" b="0"/>
        </a:effectRef>
        <a:fontRef idx="minor"/>
      </dsp:style>
    </dsp:sp>
    <dsp:sp modelId="{39509775-983E-4110-B989-EE2CD6514BE0}">
      <dsp:nvSpPr>
        <dsp:cNvPr id="0" name=""/>
        <dsp:cNvSpPr/>
      </dsp:nvSpPr>
      <dsp:spPr>
        <a:xfrm>
          <a:off x="8777475" y="576018"/>
          <a:ext cx="1141875" cy="1141875"/>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AEDC777-00B3-41D7-9AE1-23D741E941C3}">
      <dsp:nvSpPr>
        <dsp:cNvPr id="0" name=""/>
        <dsp:cNvSpPr/>
      </dsp:nvSpPr>
      <dsp:spPr>
        <a:xfrm>
          <a:off x="7717162" y="2761893"/>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kern="1200" dirty="0"/>
            <a:t>Pellentesque habitant morbi tristique senectus et netus.</a:t>
          </a:r>
        </a:p>
      </dsp:txBody>
      <dsp:txXfrm>
        <a:off x="7717162" y="2761893"/>
        <a:ext cx="32625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8DDDEA-63BC-40A0-8BC0-D6413F38691F}" type="datetimeFigureOut">
              <a:rPr lang="en-US" smtClean="0"/>
              <a:t>12/24/2025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06F76E-E60C-4C54-B47A-C2C406EC8F72}" type="slidenum">
              <a:rPr lang="en-US" smtClean="0"/>
              <a:t>‹#›</a:t>
            </a:fld>
            <a:endParaRPr lang="en-US" dirty="0"/>
          </a:p>
        </p:txBody>
      </p:sp>
    </p:spTree>
    <p:extLst>
      <p:ext uri="{BB962C8B-B14F-4D97-AF65-F5344CB8AC3E}">
        <p14:creationId xmlns:p14="http://schemas.microsoft.com/office/powerpoint/2010/main" val="2987483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1689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12/24/2025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3572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12/24/2025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81562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12/24/2025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54859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5235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12/24/2025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39114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12/24/2025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52773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12/24/2025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21586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12/24/2025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63153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12/24/2025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2584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12/24/2025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9652198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hyperlink" Target="https://my-app-3-g8kv.onrender.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1.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37">
            <a:extLst>
              <a:ext uri="{FF2B5EF4-FFF2-40B4-BE49-F238E27FC236}">
                <a16:creationId xmlns:a16="http://schemas.microsoft.com/office/drawing/2014/main" id="{6B695AA2-4B70-477F-AF90-536B720A1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2020104020203"/>
              <a:ea typeface="+mn-ea"/>
              <a:cs typeface="+mn-cs"/>
            </a:endParaRPr>
          </a:p>
        </p:txBody>
      </p:sp>
      <p:pic>
        <p:nvPicPr>
          <p:cNvPr id="8" name="Picture 7" descr="A dog looking at the camera">
            <a:extLst>
              <a:ext uri="{FF2B5EF4-FFF2-40B4-BE49-F238E27FC236}">
                <a16:creationId xmlns:a16="http://schemas.microsoft.com/office/drawing/2014/main" id="{F0B92F21-44D0-49F2-B59D-6723737D9B5C}"/>
              </a:ext>
            </a:extLst>
          </p:cNvPr>
          <p:cNvPicPr>
            <a:picLocks noChangeAspect="1"/>
          </p:cNvPicPr>
          <p:nvPr/>
        </p:nvPicPr>
        <p:blipFill rotWithShape="1">
          <a:blip r:embed="rId3">
            <a:alphaModFix amt="40000"/>
            <a:extLst>
              <a:ext uri="{28A0092B-C50C-407E-A947-70E740481C1C}">
                <a14:useLocalDpi xmlns:a14="http://schemas.microsoft.com/office/drawing/2010/main" val="0"/>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965201" y="1020431"/>
            <a:ext cx="10225530" cy="1475013"/>
          </a:xfrm>
        </p:spPr>
        <p:txBody>
          <a:bodyPr>
            <a:normAutofit/>
          </a:bodyPr>
          <a:lstStyle/>
          <a:p>
            <a:r>
              <a:rPr lang="en-US" sz="4000" dirty="0">
                <a:solidFill>
                  <a:schemeClr val="tx1"/>
                </a:solidFill>
              </a:rPr>
              <a:t>My app</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965200" y="2495445"/>
            <a:ext cx="10225530" cy="590321"/>
          </a:xfrm>
        </p:spPr>
        <p:txBody>
          <a:bodyPr>
            <a:normAutofit/>
          </a:bodyPr>
          <a:lstStyle/>
          <a:p>
            <a:r>
              <a:rPr lang="en-IN" b="1" dirty="0">
                <a:hlinkClick r:id="rId4"/>
              </a:rPr>
              <a:t>https://my-app-3-g8kv.onrender.com</a:t>
            </a:r>
            <a:endParaRPr lang="en-IN" dirty="0"/>
          </a:p>
        </p:txBody>
      </p:sp>
      <p:sp>
        <p:nvSpPr>
          <p:cNvPr id="5" name="TextBox 4">
            <a:extLst>
              <a:ext uri="{FF2B5EF4-FFF2-40B4-BE49-F238E27FC236}">
                <a16:creationId xmlns:a16="http://schemas.microsoft.com/office/drawing/2014/main" id="{6F4FD72F-EA76-F26E-945D-38EEBB842DC4}"/>
              </a:ext>
            </a:extLst>
          </p:cNvPr>
          <p:cNvSpPr txBox="1"/>
          <p:nvPr/>
        </p:nvSpPr>
        <p:spPr>
          <a:xfrm>
            <a:off x="3048000" y="3059668"/>
            <a:ext cx="6715432" cy="369332"/>
          </a:xfrm>
          <a:prstGeom prst="rect">
            <a:avLst/>
          </a:prstGeom>
          <a:noFill/>
        </p:spPr>
        <p:txBody>
          <a:bodyPr wrap="square">
            <a:spAutoFit/>
          </a:bodyPr>
          <a:lstStyle/>
          <a:p>
            <a:r>
              <a:rPr lang="en-IN" dirty="0"/>
              <a:t>l42VvFwX79uK0ZxlgZ56wdi7rzp_live_RvRvdzislvBCca</a:t>
            </a:r>
          </a:p>
        </p:txBody>
      </p:sp>
    </p:spTree>
    <p:extLst>
      <p:ext uri="{BB962C8B-B14F-4D97-AF65-F5344CB8AC3E}">
        <p14:creationId xmlns:p14="http://schemas.microsoft.com/office/powerpoint/2010/main" val="120524881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F0B9948-DD6D-CEEA-2B1C-A68947F02BF5}"/>
              </a:ext>
            </a:extLst>
          </p:cNvPr>
          <p:cNvSpPr txBox="1"/>
          <p:nvPr/>
        </p:nvSpPr>
        <p:spPr>
          <a:xfrm>
            <a:off x="0" y="245807"/>
            <a:ext cx="12192000" cy="6127318"/>
          </a:xfrm>
          <a:prstGeom prst="rect">
            <a:avLst/>
          </a:prstGeom>
          <a:noFill/>
        </p:spPr>
        <p:txBody>
          <a:bodyPr wrap="square">
            <a:spAutoFit/>
          </a:bodyPr>
          <a:lstStyle/>
          <a:p>
            <a:pPr algn="l">
              <a:lnSpc>
                <a:spcPts val="2250"/>
              </a:lnSpc>
              <a:buNone/>
            </a:pPr>
            <a:r>
              <a:rPr lang="en-US" sz="1300" b="1" i="0" dirty="0">
                <a:solidFill>
                  <a:srgbClr val="213554"/>
                </a:solidFill>
                <a:effectLst/>
                <a:latin typeface="Lato" panose="020F0502020204030204" pitchFamily="34" charset="0"/>
              </a:rPr>
              <a:t>Terms &amp; Conditions</a:t>
            </a:r>
          </a:p>
          <a:p>
            <a:pPr algn="l">
              <a:spcBef>
                <a:spcPts val="1200"/>
              </a:spcBef>
              <a:buNone/>
            </a:pPr>
            <a:r>
              <a:rPr lang="en-US" sz="1300" b="1" i="0" dirty="0">
                <a:solidFill>
                  <a:srgbClr val="213554"/>
                </a:solidFill>
                <a:effectLst/>
                <a:latin typeface="Lato" panose="020F0502020204030204" pitchFamily="34" charset="0"/>
              </a:rPr>
              <a:t>Last updated on Nov 13th 2025</a:t>
            </a:r>
          </a:p>
          <a:p>
            <a:pPr algn="l">
              <a:lnSpc>
                <a:spcPts val="1500"/>
              </a:lnSpc>
              <a:spcBef>
                <a:spcPts val="1200"/>
              </a:spcBef>
              <a:buNone/>
            </a:pPr>
            <a:r>
              <a:rPr lang="en-US" sz="1300" b="0" i="0" dirty="0">
                <a:solidFill>
                  <a:srgbClr val="515978"/>
                </a:solidFill>
                <a:effectLst/>
                <a:latin typeface="Lato" panose="020F0502020204030204" pitchFamily="34" charset="0"/>
              </a:rPr>
              <a:t>For the purpose of these Terms and Conditions, The term "we", "us", "our" used anywhere on this page shall mean DIVESH BHASKAR KUTHE, whose registered/operational office is GARADA POST MANEGAON BAZAR TAH+DIST BHANDARA </a:t>
            </a:r>
            <a:r>
              <a:rPr lang="en-US" sz="1300" b="0" i="0" dirty="0" err="1">
                <a:solidFill>
                  <a:srgbClr val="515978"/>
                </a:solidFill>
                <a:effectLst/>
                <a:latin typeface="Lato" panose="020F0502020204030204" pitchFamily="34" charset="0"/>
              </a:rPr>
              <a:t>Bhandara</a:t>
            </a:r>
            <a:r>
              <a:rPr lang="en-US" sz="1300" b="0" i="0" dirty="0">
                <a:solidFill>
                  <a:srgbClr val="515978"/>
                </a:solidFill>
                <a:effectLst/>
                <a:latin typeface="Lato" panose="020F0502020204030204" pitchFamily="34" charset="0"/>
              </a:rPr>
              <a:t> MAHARASHTRA 441904 . "you", “your”, "user", “visitor” shall mean any natural or legal person who is visiting our website and/or agreed to purchase from us.</a:t>
            </a:r>
          </a:p>
          <a:p>
            <a:pPr algn="l">
              <a:lnSpc>
                <a:spcPts val="1500"/>
              </a:lnSpc>
              <a:spcBef>
                <a:spcPts val="1200"/>
              </a:spcBef>
              <a:buNone/>
            </a:pPr>
            <a:r>
              <a:rPr lang="en-US" sz="1300" b="1" i="0" dirty="0">
                <a:solidFill>
                  <a:srgbClr val="515978"/>
                </a:solidFill>
                <a:effectLst/>
                <a:latin typeface="Lato" panose="020F0502020204030204" pitchFamily="34" charset="0"/>
              </a:rPr>
              <a:t>Your use of the website and/or purchase from us are governed by following Terms and Conditions:</a:t>
            </a:r>
            <a:endParaRPr lang="en-US" sz="1300" b="0" i="0" dirty="0">
              <a:solidFill>
                <a:srgbClr val="515978"/>
              </a:solidFill>
              <a:effectLst/>
              <a:latin typeface="Lato" panose="020F0502020204030204" pitchFamily="34" charset="0"/>
            </a:endParaRPr>
          </a:p>
          <a:p>
            <a:pPr algn="l">
              <a:lnSpc>
                <a:spcPts val="1500"/>
              </a:lnSpc>
              <a:spcBef>
                <a:spcPts val="600"/>
              </a:spcBef>
              <a:buFont typeface="Arial" panose="020B0604020202020204" pitchFamily="34" charset="0"/>
              <a:buChar char="•"/>
            </a:pPr>
            <a:r>
              <a:rPr lang="en-US" sz="1300" b="0" i="0" dirty="0">
                <a:solidFill>
                  <a:srgbClr val="515978"/>
                </a:solidFill>
                <a:effectLst/>
                <a:latin typeface="Lato" panose="020F0502020204030204" pitchFamily="34" charset="0"/>
              </a:rPr>
              <a:t>The content of the pages of this website is subject to change without notice.</a:t>
            </a:r>
          </a:p>
          <a:p>
            <a:pPr algn="l">
              <a:lnSpc>
                <a:spcPts val="1500"/>
              </a:lnSpc>
              <a:spcBef>
                <a:spcPts val="600"/>
              </a:spcBef>
              <a:buFont typeface="Arial" panose="020B0604020202020204" pitchFamily="34" charset="0"/>
              <a:buChar char="•"/>
            </a:pPr>
            <a:r>
              <a:rPr lang="en-US" sz="1300" b="0" i="0" dirty="0">
                <a:solidFill>
                  <a:srgbClr val="515978"/>
                </a:solidFill>
                <a:effectLst/>
                <a:latin typeface="Lato" panose="020F0502020204030204" pitchFamily="34" charset="0"/>
              </a:rPr>
              <a:t>Neither we nor any third parties provide any warranty or guarantee as to the accuracy, timeliness, performance, completeness or suitability of the information and materials found or offered on this website for any particular purpose. You acknowledge that such information and materials may contain inaccuracies or errors and we expressly exclude liability for any such inaccuracies or errors to the fullest extent permitted by law.</a:t>
            </a:r>
          </a:p>
          <a:p>
            <a:pPr algn="l">
              <a:lnSpc>
                <a:spcPts val="1500"/>
              </a:lnSpc>
              <a:spcBef>
                <a:spcPts val="600"/>
              </a:spcBef>
              <a:buFont typeface="Arial" panose="020B0604020202020204" pitchFamily="34" charset="0"/>
              <a:buChar char="•"/>
            </a:pPr>
            <a:r>
              <a:rPr lang="en-US" sz="1300" b="0" i="0" dirty="0">
                <a:solidFill>
                  <a:srgbClr val="515978"/>
                </a:solidFill>
                <a:effectLst/>
                <a:latin typeface="Lato" panose="020F0502020204030204" pitchFamily="34" charset="0"/>
              </a:rPr>
              <a:t>Your use of any information or materials on our website and/or product pages is entirely at your own risk, for which we shall not be liable. It shall be your own responsibility to ensure that any products, services or information available through our website and/or product pages meet your specific requirements.</a:t>
            </a:r>
          </a:p>
          <a:p>
            <a:pPr algn="l">
              <a:lnSpc>
                <a:spcPts val="1500"/>
              </a:lnSpc>
              <a:spcBef>
                <a:spcPts val="600"/>
              </a:spcBef>
              <a:buFont typeface="Arial" panose="020B0604020202020204" pitchFamily="34" charset="0"/>
              <a:buChar char="•"/>
            </a:pPr>
            <a:r>
              <a:rPr lang="en-US" sz="1300" b="0" i="0" dirty="0">
                <a:solidFill>
                  <a:srgbClr val="515978"/>
                </a:solidFill>
                <a:effectLst/>
                <a:latin typeface="Lato" panose="020F0502020204030204" pitchFamily="34" charset="0"/>
              </a:rPr>
              <a:t>Our website contains material which is owned by or licensed to us. This material includes, but are not limited to, the design, layout, look, appearance and graphics. Reproduction is prohibited other than in accordance with the copyright notice, which forms part of these terms and conditions.</a:t>
            </a:r>
          </a:p>
          <a:p>
            <a:pPr algn="l">
              <a:lnSpc>
                <a:spcPts val="1500"/>
              </a:lnSpc>
              <a:spcBef>
                <a:spcPts val="600"/>
              </a:spcBef>
              <a:buFont typeface="Arial" panose="020B0604020202020204" pitchFamily="34" charset="0"/>
              <a:buChar char="•"/>
            </a:pPr>
            <a:r>
              <a:rPr lang="en-US" sz="1300" b="0" i="0" dirty="0">
                <a:solidFill>
                  <a:srgbClr val="515978"/>
                </a:solidFill>
                <a:effectLst/>
                <a:latin typeface="Lato" panose="020F0502020204030204" pitchFamily="34" charset="0"/>
              </a:rPr>
              <a:t>All trademarks reproduced in our website which are not the property of, or licensed to, the operator are acknowledged on the website.</a:t>
            </a:r>
          </a:p>
          <a:p>
            <a:pPr algn="l">
              <a:lnSpc>
                <a:spcPts val="1500"/>
              </a:lnSpc>
              <a:spcBef>
                <a:spcPts val="600"/>
              </a:spcBef>
              <a:buFont typeface="Arial" panose="020B0604020202020204" pitchFamily="34" charset="0"/>
              <a:buChar char="•"/>
            </a:pPr>
            <a:r>
              <a:rPr lang="en-US" sz="1300" b="0" i="0" dirty="0">
                <a:solidFill>
                  <a:srgbClr val="515978"/>
                </a:solidFill>
                <a:effectLst/>
                <a:latin typeface="Lato" panose="020F0502020204030204" pitchFamily="34" charset="0"/>
              </a:rPr>
              <a:t>Unauthorized use of information provided by us shall give rise to a claim for damages and/or be a criminal offense.</a:t>
            </a:r>
          </a:p>
          <a:p>
            <a:pPr algn="l">
              <a:lnSpc>
                <a:spcPts val="1500"/>
              </a:lnSpc>
              <a:spcBef>
                <a:spcPts val="600"/>
              </a:spcBef>
              <a:buFont typeface="Arial" panose="020B0604020202020204" pitchFamily="34" charset="0"/>
              <a:buChar char="•"/>
            </a:pPr>
            <a:r>
              <a:rPr lang="en-US" sz="1300" b="0" i="0" dirty="0">
                <a:solidFill>
                  <a:srgbClr val="515978"/>
                </a:solidFill>
                <a:effectLst/>
                <a:latin typeface="Lato" panose="020F0502020204030204" pitchFamily="34" charset="0"/>
              </a:rPr>
              <a:t>From time to time our website may also include links to other websites. These links are provided for your convenience to provide further information.</a:t>
            </a:r>
          </a:p>
          <a:p>
            <a:pPr algn="l">
              <a:lnSpc>
                <a:spcPts val="1500"/>
              </a:lnSpc>
              <a:spcBef>
                <a:spcPts val="600"/>
              </a:spcBef>
              <a:buFont typeface="Arial" panose="020B0604020202020204" pitchFamily="34" charset="0"/>
              <a:buChar char="•"/>
            </a:pPr>
            <a:r>
              <a:rPr lang="en-US" sz="1300" b="0" i="0" dirty="0">
                <a:solidFill>
                  <a:srgbClr val="515978"/>
                </a:solidFill>
                <a:effectLst/>
                <a:latin typeface="Lato" panose="020F0502020204030204" pitchFamily="34" charset="0"/>
              </a:rPr>
              <a:t>You may not create a link to o</a:t>
            </a:r>
          </a:p>
          <a:p>
            <a:pPr algn="l">
              <a:lnSpc>
                <a:spcPts val="1500"/>
              </a:lnSpc>
              <a:spcBef>
                <a:spcPts val="600"/>
              </a:spcBef>
              <a:buFont typeface="Arial" panose="020B0604020202020204" pitchFamily="34" charset="0"/>
              <a:buChar char="•"/>
            </a:pPr>
            <a:r>
              <a:rPr lang="en-US" sz="1300" b="0" i="0" dirty="0" err="1">
                <a:solidFill>
                  <a:srgbClr val="515978"/>
                </a:solidFill>
                <a:effectLst/>
                <a:latin typeface="Lato" panose="020F0502020204030204" pitchFamily="34" charset="0"/>
              </a:rPr>
              <a:t>ur</a:t>
            </a:r>
            <a:r>
              <a:rPr lang="en-US" sz="1300" b="0" i="0" dirty="0">
                <a:solidFill>
                  <a:srgbClr val="515978"/>
                </a:solidFill>
                <a:effectLst/>
                <a:latin typeface="Lato" panose="020F0502020204030204" pitchFamily="34" charset="0"/>
              </a:rPr>
              <a:t> website from another website or document without DIVESH BHASKAR KUTHE’s prior written consent.</a:t>
            </a:r>
          </a:p>
          <a:p>
            <a:pPr algn="l">
              <a:lnSpc>
                <a:spcPts val="1500"/>
              </a:lnSpc>
              <a:spcBef>
                <a:spcPts val="600"/>
              </a:spcBef>
              <a:buFont typeface="Arial" panose="020B0604020202020204" pitchFamily="34" charset="0"/>
              <a:buChar char="•"/>
            </a:pPr>
            <a:r>
              <a:rPr lang="en-US" sz="1300" b="0" i="0" dirty="0">
                <a:solidFill>
                  <a:srgbClr val="515978"/>
                </a:solidFill>
                <a:effectLst/>
                <a:latin typeface="Lato" panose="020F0502020204030204" pitchFamily="34" charset="0"/>
              </a:rPr>
              <a:t>Any dispute arising out of use of our website and/or purchase with us and/or any engagement with us is subject to the laws of India .</a:t>
            </a:r>
          </a:p>
          <a:p>
            <a:pPr algn="l">
              <a:lnSpc>
                <a:spcPts val="1500"/>
              </a:lnSpc>
              <a:spcBef>
                <a:spcPts val="600"/>
              </a:spcBef>
              <a:buFont typeface="Arial" panose="020B0604020202020204" pitchFamily="34" charset="0"/>
              <a:buChar char="•"/>
            </a:pPr>
            <a:r>
              <a:rPr lang="en-US" sz="1300" b="0" i="0" dirty="0">
                <a:solidFill>
                  <a:srgbClr val="515978"/>
                </a:solidFill>
                <a:effectLst/>
                <a:latin typeface="Lato" panose="020F0502020204030204" pitchFamily="34" charset="0"/>
              </a:rPr>
              <a:t>We, shall be under no liability whatsoever in respect of any loss or damage arising directly or indirectly out of the decline of authorization for any Transaction, on Account of the Cardholder having exceeded the preset limit mutually agreed by us with our acquiring bank from time to time</a:t>
            </a:r>
          </a:p>
          <a:p>
            <a:pPr algn="l">
              <a:lnSpc>
                <a:spcPts val="1500"/>
              </a:lnSpc>
              <a:buNone/>
            </a:pPr>
            <a:r>
              <a:rPr lang="en-US" sz="1300" b="0" i="1" dirty="0">
                <a:solidFill>
                  <a:srgbClr val="213554"/>
                </a:solidFill>
                <a:effectLst/>
                <a:latin typeface="Lato" panose="020F0502020204030204" pitchFamily="34" charset="0"/>
              </a:rPr>
              <a:t>Disclaimer: The above content is created at DIVESH BHASKAR KUTHE's sole discretion. </a:t>
            </a:r>
            <a:r>
              <a:rPr lang="en-US" sz="1300" b="0" i="1" dirty="0" err="1">
                <a:solidFill>
                  <a:srgbClr val="213554"/>
                </a:solidFill>
                <a:effectLst/>
                <a:latin typeface="Lato" panose="020F0502020204030204" pitchFamily="34" charset="0"/>
              </a:rPr>
              <a:t>Razorpay</a:t>
            </a:r>
            <a:r>
              <a:rPr lang="en-US" sz="1300" b="0" i="1" dirty="0">
                <a:solidFill>
                  <a:srgbClr val="213554"/>
                </a:solidFill>
                <a:effectLst/>
                <a:latin typeface="Lato" panose="020F0502020204030204" pitchFamily="34" charset="0"/>
              </a:rPr>
              <a:t> shall not be liable for any content provided here and shall not be responsible for any claims and liability that may arise due to merchant’s non-adherence to it.</a:t>
            </a:r>
          </a:p>
        </p:txBody>
      </p:sp>
    </p:spTree>
    <p:extLst>
      <p:ext uri="{BB962C8B-B14F-4D97-AF65-F5344CB8AC3E}">
        <p14:creationId xmlns:p14="http://schemas.microsoft.com/office/powerpoint/2010/main" val="2812846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4DEF16-2E5E-A4D4-5461-153B71F5659D}"/>
              </a:ext>
            </a:extLst>
          </p:cNvPr>
          <p:cNvSpPr>
            <a:spLocks noGrp="1"/>
          </p:cNvSpPr>
          <p:nvPr>
            <p:ph idx="1"/>
          </p:nvPr>
        </p:nvSpPr>
        <p:spPr>
          <a:xfrm>
            <a:off x="314632" y="943897"/>
            <a:ext cx="11296175" cy="5031453"/>
          </a:xfrm>
        </p:spPr>
        <p:txBody>
          <a:bodyPr>
            <a:normAutofit fontScale="85000" lnSpcReduction="10000"/>
          </a:bodyPr>
          <a:lstStyle/>
          <a:p>
            <a:r>
              <a:rPr lang="en-US" b="1" dirty="0"/>
              <a:t>Cancellation &amp; Refund Policy</a:t>
            </a:r>
          </a:p>
          <a:p>
            <a:r>
              <a:rPr lang="en-US" b="1" dirty="0"/>
              <a:t>Last updated on Nov 13th 2025</a:t>
            </a:r>
          </a:p>
          <a:p>
            <a:r>
              <a:rPr lang="en-US" dirty="0"/>
              <a:t>DIVESH BHASKAR KUTHE believes in helping its customers as far as possible, and has therefore a liberal cancellation policy. Under this policy:</a:t>
            </a:r>
          </a:p>
          <a:p>
            <a:r>
              <a:rPr lang="en-US" dirty="0"/>
              <a:t>Cancellations will be considered only if the request is made within 3-5 days of placing the order. However, the cancellation request may not be entertained if the orders have been communicated to the vendors/merchants and they have initiated the process of shipping them.</a:t>
            </a:r>
          </a:p>
          <a:p>
            <a:r>
              <a:rPr lang="en-US" dirty="0"/>
              <a:t>DIVESH BHASKAR KUTHE does not accept cancellation requests for perishable items like flowers, eatables etc. However, refund/replacement can be made if the customer establishes that the quality of product delivered is not good.</a:t>
            </a:r>
          </a:p>
          <a:p>
            <a:r>
              <a:rPr lang="en-US" dirty="0"/>
              <a:t>In case of receipt of damaged or defective items please report the same to our Customer Service team. The request will, however, be entertained once the merchant has checked and determined the same at his own end. This should be reported within 3-5 days of receipt of the products.</a:t>
            </a:r>
          </a:p>
          <a:p>
            <a:r>
              <a:rPr lang="en-US" dirty="0"/>
              <a:t>In case you feel that the product received is not as shown on the site or as per your expectations, you must bring it to the notice of our customer service within 3-5 days of receiving the product. The Customer Service Team after looking into your complaint will take an appropriate decision.</a:t>
            </a:r>
          </a:p>
          <a:p>
            <a:r>
              <a:rPr lang="en-US" dirty="0"/>
              <a:t>In case of complaints regarding products that come with a warranty from manufacturers, please refer the issue to them.</a:t>
            </a:r>
          </a:p>
          <a:p>
            <a:r>
              <a:rPr lang="en-US" dirty="0"/>
              <a:t>In case of any Refunds approved by the DIVESH BHASKAR KUTHE, it’ll take 3-5 days for the refund to be processed to the end customer.</a:t>
            </a:r>
          </a:p>
          <a:p>
            <a:r>
              <a:rPr lang="en-US" i="1" dirty="0"/>
              <a:t>Disclaimer: The above content is created at DIVESH BHASKAR KUTHE's sole discretion. </a:t>
            </a:r>
            <a:r>
              <a:rPr lang="en-US" i="1" dirty="0" err="1"/>
              <a:t>Razorpay</a:t>
            </a:r>
            <a:r>
              <a:rPr lang="en-US" i="1" dirty="0"/>
              <a:t> shall not be liable for any content provided here and shall not be responsible for any claims and liability that may arise due to merchant’s non-adherence to it.</a:t>
            </a:r>
          </a:p>
          <a:p>
            <a:endParaRPr lang="en-IN" dirty="0"/>
          </a:p>
        </p:txBody>
      </p:sp>
    </p:spTree>
    <p:extLst>
      <p:ext uri="{BB962C8B-B14F-4D97-AF65-F5344CB8AC3E}">
        <p14:creationId xmlns:p14="http://schemas.microsoft.com/office/powerpoint/2010/main" val="3625030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EA8650D-3832-F4C2-BF1A-C9A3FA612D78}"/>
              </a:ext>
            </a:extLst>
          </p:cNvPr>
          <p:cNvSpPr txBox="1"/>
          <p:nvPr/>
        </p:nvSpPr>
        <p:spPr>
          <a:xfrm>
            <a:off x="137652" y="0"/>
            <a:ext cx="12192000" cy="6863417"/>
          </a:xfrm>
          <a:prstGeom prst="rect">
            <a:avLst/>
          </a:prstGeom>
          <a:noFill/>
        </p:spPr>
        <p:txBody>
          <a:bodyPr wrap="square">
            <a:spAutoFit/>
          </a:bodyPr>
          <a:lstStyle/>
          <a:p>
            <a:r>
              <a:rPr lang="en-US" sz="1100" b="1" dirty="0"/>
              <a:t>Privacy Policy</a:t>
            </a:r>
          </a:p>
          <a:p>
            <a:r>
              <a:rPr lang="en-US" sz="1100" b="1" dirty="0"/>
              <a:t>Last updated on Nov 13th 2025</a:t>
            </a:r>
          </a:p>
          <a:p>
            <a:r>
              <a:rPr lang="en-US" sz="1100" dirty="0"/>
              <a:t>This privacy policy sets out how DIVESH BHASKAR KUTHE uses and protects any information that you give DIVESH BHASKAR KUTHE when you visit their website and/or agree to purchase from them.</a:t>
            </a:r>
          </a:p>
          <a:p>
            <a:r>
              <a:rPr lang="en-US" sz="1100" dirty="0"/>
              <a:t>DIVESH BHASKAR KUTHE is committed to ensuring that your privacy is protected. Should we ask you to provide certain information by which you can be identified when using this website, and then you can be assured that it will only be used in accordance with this privacy statement.</a:t>
            </a:r>
          </a:p>
          <a:p>
            <a:r>
              <a:rPr lang="en-US" sz="1100" dirty="0"/>
              <a:t>DIVESH BHASKAR KUTHE may change this policy from time to time by updating this page. You should check this page from time to time to ensure that you adhere to these changes.</a:t>
            </a:r>
          </a:p>
          <a:p>
            <a:r>
              <a:rPr lang="en-US" sz="1100" b="1" dirty="0"/>
              <a:t>We may collect the following information:</a:t>
            </a:r>
            <a:endParaRPr lang="en-US" sz="1100" dirty="0"/>
          </a:p>
          <a:p>
            <a:r>
              <a:rPr lang="en-US" sz="1100" dirty="0"/>
              <a:t>Name</a:t>
            </a:r>
          </a:p>
          <a:p>
            <a:r>
              <a:rPr lang="en-US" sz="1100" dirty="0"/>
              <a:t>Contact information including email address</a:t>
            </a:r>
          </a:p>
          <a:p>
            <a:r>
              <a:rPr lang="en-US" sz="1100" dirty="0"/>
              <a:t>Demographic information such as postcode, preferences and interests, if required</a:t>
            </a:r>
          </a:p>
          <a:p>
            <a:r>
              <a:rPr lang="en-US" sz="1100" dirty="0"/>
              <a:t>Other information relevant to customer surveys and/or offers</a:t>
            </a:r>
          </a:p>
          <a:p>
            <a:r>
              <a:rPr lang="en-US" sz="1100" b="1" dirty="0"/>
              <a:t>What we do with the information we gather</a:t>
            </a:r>
            <a:endParaRPr lang="en-US" sz="1100" dirty="0"/>
          </a:p>
          <a:p>
            <a:r>
              <a:rPr lang="en-US" sz="1100" dirty="0"/>
              <a:t>We require this information to understand your needs and provide you with a better service, and in particular for the following reasons:</a:t>
            </a:r>
          </a:p>
          <a:p>
            <a:r>
              <a:rPr lang="en-US" sz="1100" dirty="0"/>
              <a:t>Internal record keeping.</a:t>
            </a:r>
          </a:p>
          <a:p>
            <a:r>
              <a:rPr lang="en-US" sz="1100" dirty="0"/>
              <a:t>We may use the information to improve our products and services.</a:t>
            </a:r>
          </a:p>
          <a:p>
            <a:r>
              <a:rPr lang="en-US" sz="1100" dirty="0"/>
              <a:t>We may periodically send promotional emails about new products, special offers or other information which we think you may find interesting using the email address which you have provided.</a:t>
            </a:r>
          </a:p>
          <a:p>
            <a:r>
              <a:rPr lang="en-US" sz="1100" dirty="0"/>
              <a:t>From time to time, we may also use your information to contact you for market research purposes. We may contact you by email, phone, fax or mail. We may use the information to </a:t>
            </a:r>
            <a:r>
              <a:rPr lang="en-US" sz="1100" dirty="0" err="1"/>
              <a:t>customise</a:t>
            </a:r>
            <a:r>
              <a:rPr lang="en-US" sz="1100" dirty="0"/>
              <a:t> the website according to your interests.</a:t>
            </a:r>
          </a:p>
          <a:p>
            <a:r>
              <a:rPr lang="en-US" sz="1100" dirty="0"/>
              <a:t>We are committed to ensuring that your information is secure. In order to prevent </a:t>
            </a:r>
            <a:r>
              <a:rPr lang="en-US" sz="1100" dirty="0" err="1"/>
              <a:t>unauthorised</a:t>
            </a:r>
            <a:r>
              <a:rPr lang="en-US" sz="1100" dirty="0"/>
              <a:t> access or disclosure we have put in suitable measures.</a:t>
            </a:r>
          </a:p>
          <a:p>
            <a:r>
              <a:rPr lang="en-US" sz="1100" b="1" dirty="0"/>
              <a:t>How we use cookies</a:t>
            </a:r>
            <a:endParaRPr lang="en-US" sz="1100" dirty="0"/>
          </a:p>
          <a:p>
            <a:r>
              <a:rPr lang="en-US" sz="1100" dirty="0"/>
              <a:t>A cookie is a small file which asks permission to be placed on your computer's hard drive. Once you agree, the file is added and the cookie helps analyze web traffic or lets you know when you visit a particular site. Cookies allow web applications to respond to you as an individual. The web application can tailor its operations to your needs, likes and dislikes by gathering and remembering information about your preferences.</a:t>
            </a:r>
          </a:p>
          <a:p>
            <a:r>
              <a:rPr lang="en-US" sz="1100" dirty="0"/>
              <a:t>We use traffic log cookies to identify which pages are being used. This helps us analyze data about webpage traffic and improve our website in order to tailor it to customer needs. We only use this information for statistical analysis purposes and then the data is removed from the system.</a:t>
            </a:r>
          </a:p>
          <a:p>
            <a:r>
              <a:rPr lang="en-US" sz="1100" dirty="0"/>
              <a:t>Overall, cookies help us provide you with a better website, by enabling us to monitor which pages you find useful and which you do not. A cookie in no way gives us access to your computer or any information about you, other than the data you choose to share with us.</a:t>
            </a:r>
          </a:p>
          <a:p>
            <a:r>
              <a:rPr lang="en-US" sz="1100" dirty="0"/>
              <a:t>You can choose to accept or decline cookies. Most web browsers automatically accept cookies, but you can usually modify your browser setting to decline cookies if you prefer. This may prevent you from taking full advantage of the website.</a:t>
            </a:r>
          </a:p>
          <a:p>
            <a:r>
              <a:rPr lang="en-US" sz="1100" b="1" dirty="0"/>
              <a:t>Controlling your personal information</a:t>
            </a:r>
            <a:endParaRPr lang="en-US" sz="1100" dirty="0"/>
          </a:p>
          <a:p>
            <a:r>
              <a:rPr lang="en-US" sz="1100" dirty="0"/>
              <a:t>You may choose to restrict the collection or use of your personal information in the following ways:</a:t>
            </a:r>
          </a:p>
          <a:p>
            <a:r>
              <a:rPr lang="en-US" sz="1100" dirty="0"/>
              <a:t>whenever you are asked to fill in a form on the website, look for the box that you can click to indicate that you do not want the information to be used by anybody for direct marketing purposes</a:t>
            </a:r>
          </a:p>
          <a:p>
            <a:r>
              <a:rPr lang="en-US" sz="1100" dirty="0"/>
              <a:t>if you have previously agreed to us using your personal information for direct marketing purposes, you may change your mind at any time by writing to or emailing us at</a:t>
            </a:r>
          </a:p>
          <a:p>
            <a:r>
              <a:rPr lang="en-US" sz="1100" dirty="0"/>
              <a:t>We will not sell, distribute or lease your personal information to third parties unless we have your permission or are required by law to do so. We may use your personal information to send you promotional information about third parties which we think you may find interesting if you tell us that you wish this to happen.</a:t>
            </a:r>
          </a:p>
          <a:p>
            <a:r>
              <a:rPr lang="en-US" sz="1100" dirty="0"/>
              <a:t>If you believe that any information we are holding on you is incorrect or incomplete, please write to GARADA POST MANEGAON BAZAR TAH+DIST BHANDARA </a:t>
            </a:r>
            <a:r>
              <a:rPr lang="en-US" sz="1100" dirty="0" err="1"/>
              <a:t>Bhandara</a:t>
            </a:r>
            <a:r>
              <a:rPr lang="en-US" sz="1100" dirty="0"/>
              <a:t> MAHARASHTRA 441904 . or contact us at or as soon as possible. We will promptly correct any information found to be incorrect.</a:t>
            </a:r>
          </a:p>
          <a:p>
            <a:r>
              <a:rPr lang="en-US" sz="1100" i="1" dirty="0"/>
              <a:t>Disclaimer: The above content is created at DIVESH BHASKAR KUTHE's sole discretion. </a:t>
            </a:r>
            <a:r>
              <a:rPr lang="en-US" sz="1100" i="1" dirty="0" err="1"/>
              <a:t>Razorpay</a:t>
            </a:r>
            <a:r>
              <a:rPr lang="en-US" sz="1100" i="1" dirty="0"/>
              <a:t> shall not be liable for any content provided here and shall not be responsible for any claims and liability that may arise due to merchant’s non-adherence to it.</a:t>
            </a:r>
          </a:p>
          <a:p>
            <a:endParaRPr lang="en-IN" sz="1100" dirty="0"/>
          </a:p>
        </p:txBody>
      </p:sp>
    </p:spTree>
    <p:extLst>
      <p:ext uri="{BB962C8B-B14F-4D97-AF65-F5344CB8AC3E}">
        <p14:creationId xmlns:p14="http://schemas.microsoft.com/office/powerpoint/2010/main" val="4220879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D4D1E-BA60-4A23-8EBC-1159C82F9571}"/>
              </a:ext>
            </a:extLst>
          </p:cNvPr>
          <p:cNvSpPr>
            <a:spLocks noGrp="1"/>
          </p:cNvSpPr>
          <p:nvPr>
            <p:ph type="title"/>
          </p:nvPr>
        </p:nvSpPr>
        <p:spPr/>
        <p:txBody>
          <a:bodyPr/>
          <a:lstStyle/>
          <a:p>
            <a:r>
              <a:rPr lang="en-US" dirty="0"/>
              <a:t>Title Lorem Ipsum </a:t>
            </a:r>
          </a:p>
        </p:txBody>
      </p:sp>
      <p:graphicFrame>
        <p:nvGraphicFramePr>
          <p:cNvPr id="5" name="Content Placeholder 2" descr="SmartArt graphic">
            <a:extLst>
              <a:ext uri="{FF2B5EF4-FFF2-40B4-BE49-F238E27FC236}">
                <a16:creationId xmlns:a16="http://schemas.microsoft.com/office/drawing/2014/main" id="{65AA958D-239A-4E9F-9880-A6024BBB0D68}"/>
              </a:ext>
            </a:extLst>
          </p:cNvPr>
          <p:cNvGraphicFramePr>
            <a:graphicFrameLocks noGrp="1"/>
          </p:cNvGraphicFramePr>
          <p:nvPr>
            <p:ph idx="1"/>
            <p:extLst>
              <p:ext uri="{D42A27DB-BD31-4B8C-83A1-F6EECF244321}">
                <p14:modId xmlns:p14="http://schemas.microsoft.com/office/powerpoint/2010/main" val="2008896124"/>
              </p:ext>
            </p:extLst>
          </p:nvPr>
        </p:nvGraphicFramePr>
        <p:xfrm>
          <a:off x="581025" y="2341563"/>
          <a:ext cx="11029950" cy="36337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633271797"/>
      </p:ext>
    </p:extLst>
  </p:cSld>
  <p:clrMapOvr>
    <a:masterClrMapping/>
  </p:clrMapOvr>
</p:sld>
</file>

<file path=ppt/theme/theme1.xml><?xml version="1.0" encoding="utf-8"?>
<a:theme xmlns:a="http://schemas.openxmlformats.org/drawingml/2006/main" name="DividendVTI">
  <a:themeElements>
    <a:clrScheme name="Aspect">
      <a:dk1>
        <a:sysClr val="windowText" lastClr="000000"/>
      </a:dk1>
      <a:lt1>
        <a:sysClr val="window" lastClr="FFFFFF"/>
      </a:lt1>
      <a:dk2>
        <a:srgbClr val="585753"/>
      </a:dk2>
      <a:lt2>
        <a:srgbClr val="EBDDC3"/>
      </a:lt2>
      <a:accent1>
        <a:srgbClr val="71B9E4"/>
      </a:accent1>
      <a:accent2>
        <a:srgbClr val="E25D3C"/>
      </a:accent2>
      <a:accent3>
        <a:srgbClr val="BDB59D"/>
      </a:accent3>
      <a:accent4>
        <a:srgbClr val="A5AB81"/>
      </a:accent4>
      <a:accent5>
        <a:srgbClr val="7BA79D"/>
      </a:accent5>
      <a:accent6>
        <a:srgbClr val="968C8C"/>
      </a:accent6>
      <a:hlink>
        <a:srgbClr val="F7B615"/>
      </a:hlink>
      <a:folHlink>
        <a:srgbClr val="704404"/>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6C3F92-CC28-42D8-BF09-07707555106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A6D3478-2986-4664-940C-67E0CAA21E04}">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16C154-5A0F-4CDC-8C15-D2E21584649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{6F5E8E1F-9B50-4969-A47F-D6EE93E9807F}tf56535239_win32</Template>
  <TotalTime>776</TotalTime>
  <Words>1698</Words>
  <Application>Microsoft Office PowerPoint</Application>
  <PresentationFormat>Widescreen</PresentationFormat>
  <Paragraphs>63</Paragraphs>
  <Slides>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Calibri</vt:lpstr>
      <vt:lpstr>Franklin Gothic Book</vt:lpstr>
      <vt:lpstr>Franklin Gothic Demi</vt:lpstr>
      <vt:lpstr>Lato</vt:lpstr>
      <vt:lpstr>Wingdings 2</vt:lpstr>
      <vt:lpstr>DividendVTI</vt:lpstr>
      <vt:lpstr>My app</vt:lpstr>
      <vt:lpstr>PowerPoint Presentation</vt:lpstr>
      <vt:lpstr>PowerPoint Presentation</vt:lpstr>
      <vt:lpstr>PowerPoint Presentation</vt:lpstr>
      <vt:lpstr>Title Lorem Ipsum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DIVESH KUTHE</dc:creator>
  <cp:lastModifiedBy>DIVESH KUTHE</cp:lastModifiedBy>
  <cp:revision>5</cp:revision>
  <dcterms:created xsi:type="dcterms:W3CDTF">2025-11-13T13:26:28Z</dcterms:created>
  <dcterms:modified xsi:type="dcterms:W3CDTF">2025-12-24T18:20:10Z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